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Sales Analysis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Revenue Growth Opportunities — Olist Brazilian E-Commerce Dataset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Assessment  |  Prepared for Business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wants to become more data-driven: identify business opportunities, performance gaps, trends and operational improvements using our sales data.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question: Which products, customer segments and regions contribute most to sales — and where are the biggest opportunities to grow revenue and improve retention?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99,441 real e-commerce orders (2016-2018), ~93,000 customers, across 9 linked data tables (orders, items, payments, reviews, products, customers, sellers, geolocation).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Methodology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Olist Brazilian E-Commerce Public Dataset — 9 relational CSV files, 99,441 orders, 112,650 order items.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(Python/Pandas): removed duplicates, corrected date types, translated product categories, handled missing values, filtered to delivered orders for core revenue analysis.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all 9 tables into one analysis-ready dataset with calculated fields: revenue, delivery time, delivery delay, freight %, and monthly trend.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Analysis: exploratory + descriptive statistics, category/regional/customer/logistics breakdowns, and a delivery-vs-satisfaction correlation check.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revenue: R$ 13.2M across 96,478 delivered orders (avg order value R$ 137).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of ~74 product categories drive 62.4% of total revenue.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Paulo (SP) alone accounts for ~38% of revenue — heavy regional concentration.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3.0% of customers place a second order — retention is a major gap.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deliveries (6.6% of orders) see review scores drop sharply: 4.20 → 2.24 average.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Deep-Dive: Volume ≠ Revenue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Expectation: the best-selling products (by units) should also be the top revenue generators.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Reality: only 5 of the top 10 products by units sold are also in the top 10 by revenue.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high-volume products tend to be low-priced everyday items; several lower-volume products (electronics, furniture, watches/gifts) carry high unit prices and outweigh them in total revenue.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 'bestseller' unit-volume lists can mislead merchandising decisions if used alone — revenue and volume must be tracked together.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Launch a repeat-purchase incentive after first delivery — target lifting the 3.0% repeat rate. (High impact, high feasibility)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Tighten delivery-date accuracy and monitor on-time rate by state/carrier — protect review scores and trust. (High impact, medium feasibility)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Invest in targeted marketing and fulfillment in RJ, MG and RS to reduce ~38% dependency on São Paulo. (Medium impact, medium feasibility)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Business Impact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repeat-purchase rate → more revenue per acquired customer, lower reliance on costly new-customer acquisition.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late deliveries → higher review scores → stronger trust and conversion on the platform.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geographically diversified revenue → reduced concentration risk, new growth markets outside São Paulo.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measured via: repeat-purchase rate, % orders delivered late, average review score, and revenue share by state — tracked on an ongoing dashboard.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Next Steps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cost/margin data — figures are gross revenue, not profit. Cannot yet identify the most PROFITABLE products/categories.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customer demographic data — segmentation is limited to geography and purchase behavior.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 data is a small partial period; not used for year-over-year trend conclusions.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 bring in cost data for margin analysis; run a pilot repeat-purchase incentive and measure lift; investigate root causes of late deliveries by carrier/region.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2026-09-11T07:27:43Z</dcterms:created>
  <dcterms:modified xsi:type="dcterms:W3CDTF">2026-09-11T07:27:43Z</dcterms:modified>
</cp:coreProperties>
</file>